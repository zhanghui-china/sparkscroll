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SparkScroll - 星火绘卷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基于 NVIDIA DGX Spark 的智能连环画生成平台</a:t>
            </a:r>
            <a:br/>
            <a:br/>
            <a:r>
              <a:t>团队：纵贯线 | 时间：2026年4月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🎯 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让每个人都能成为漫画家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用 AI 重铸中国连环画的数字辉煌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核心价值：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✅ 降低创作门槛：从"绘画技法"到"叙事审美"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✅ 缩短制作周期：从数月到数小时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✅ 压缩成本：从数百美元到接近零成本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💡 五大应用场景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1️⃣ K-12 智慧教育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古典名著晦涩难懂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2️⃣ 网文 IP 极速孵化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漫改周期长，成本高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3️⃣ 数字文博策展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视觉资产匮乏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4️⃣ 品牌出海营销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难以响应热点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5️⃣ 连环画文化复兴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产业逐渐断层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将《西游记》转化为连环画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知识留存率提升 40%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每日更新自动生成连环画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社媒快速引流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县志转化为历史连环长卷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沉浸式展览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品牌故事快速转化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多风格多语言适配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AI 重建文化生产线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"小人书"涅槃重生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⚙️ 六阶段工业级工作流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1️⃣ 导演 Agent (Director)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文本降维压缩，提取核心剧情和人物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基于 Qwen3.5-9B，128K 上下文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2️⃣ 编剧 Agent (Writer)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分镜拆解，每页 4-6 个场景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输出标准化 JSON 剧本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3️⃣ 立绘 Agent (Character Designer) 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预生成角色三视图和道具参考图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核心突破：解决角色一致性难题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⚙️ 六阶段工业级工作流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4️⃣ 出稿 Agent (Drafting)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基于分镜 + 角色参考图生成底图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Diffusers + vLLM-Omni 双驱动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5️⃣ 剪辑 Agent (Editor)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Python PIL 物理渲染文字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拒绝 AI 生字乱码，印刷级清晰度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6️⃣ 合成 Agent (Assembler)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流式按页呈现，即生成即预览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• 理想状态：导出连贯 PDF 画册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🔑 角色一致性解决方案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6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传统问题：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✗ AI 生成的角色在不同分镜中形象不连贯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✗ 服饰、容貌、气质频繁变化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✗ 用户阅读体验断裂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我们的方案：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✓ 立绘 Agent 预生成角色参考图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    - 正面、侧面、背面三视图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    - 关键道具标准参考图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✓ 后续所有分镜以参考图为基准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    - 注入扩散模型条件通道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    - 风格对齐，形象统一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效果：角色高度一致 | 叙事连贯流畅 | 专业出版级质量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🏗️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677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前端层：Streamlit UI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├── 项目管理 | 进度监控 | 页面预览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网关层：FastAPI Gateway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├── API 接口 | 任务调度 | 状态管理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模型层：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├── 文本</a:t>
            </a:r>
            <a:r>
              <a:rPr lang="zh-CN"/>
              <a:t>模型</a:t>
            </a:r>
            <a:r>
              <a:t>：Qwen3.5-9B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├── 图像</a:t>
            </a:r>
            <a:r>
              <a:rPr lang="zh-CN"/>
              <a:t>编辑模型</a:t>
            </a:r>
            <a:r>
              <a:t>：Qwen-Image-Edit-2511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运行态：Redis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├── 任务队列 | 锁 | 运行态数据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存储层：本地文件系统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├── 项目资源隔离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🚀 为什么必须用 NVIDIA DGX Spark？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569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重型双大模型常驻显存架构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• 文本主脑：Qwen3.5-9B ────</a:t>
            </a:r>
            <a:r>
              <a:rPr sz="1600">
                <a:sym typeface="+mn-ea"/>
              </a:rPr>
              <a:t>────────────</a:t>
            </a:r>
            <a:r>
              <a:rPr sz="1600"/>
              <a:t>── 40GB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• 视觉中枢：Qwen-Image-Edit-2511 ──────</a:t>
            </a:r>
            <a:r>
              <a:rPr sz="1600">
                <a:sym typeface="+mn-ea"/>
              </a:rPr>
              <a:t>───</a:t>
            </a:r>
            <a:r>
              <a:rPr sz="1600"/>
              <a:t> 50-60GB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• 框架系统：vLLM + FastAPI + Diffusers ─</a:t>
            </a:r>
            <a:r>
              <a:rPr sz="1600">
                <a:sym typeface="+mn-ea"/>
              </a:rPr>
              <a:t>──</a:t>
            </a:r>
            <a:r>
              <a:rPr sz="1600">
                <a:sym typeface="+mn-ea"/>
              </a:rPr>
              <a:t>────</a:t>
            </a:r>
            <a:r>
              <a:rPr sz="1600"/>
              <a:t> 15GB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• 总计：110-115GB / 128GB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普通显卡的困境：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✗ RTX 4090 (24GB)：显存不足，频繁 Swap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✗ PCIe 多卡：总线传输瓶颈，延迟断崖式下跌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✗ 长上下文：速度衰减可达 64 倍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DGX Spark 的优势：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✓ 128GB 统一内存 (Grace CPU + Blackwell GPU)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✓ NVLink-C2C：900 GB/s 双向带宽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sz="1600"/>
              <a:t>  ✓ 零 Swap 极致响应 | 多 Agent 极速切换</a:t>
            </a:r>
            <a:endParaRPr sz="160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结论：普通单卡系统完全无法运行该并发管线！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🛠️ 使用的 NVIDIA 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平台与硬件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NVIDIA DGX Spark (GB10)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128GB LPDDR5x 统一内存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Grace CPU + Blackwell GPU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NVLink-C2C 900 GB/s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软件栈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11680"/>
            <a:ext cx="384048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CUDA 12.9/13.0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PyTorch 2.10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vLLM v0.19.0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PagedAttention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显存利用率 40%→90%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吞吐量提升 2-4 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vLLM-Omni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Diffusers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模型：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Qwen3.5-9B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Qwen-Image-Edit-2511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FireRed-Image-Edit-1.1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📊 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六阶段工作流完整实现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导演 → 编剧 → 立绘 → 出稿 → 剪辑 → 合成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双本地模型部署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Qwen3.5-9B (文本) + Qwen-Image-Edit-2511 (图像)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前端界面开发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Streamlit 流式预览 | 项目管理 | 进度监控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API 网关与调度系统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FastAPI 接口 | Redis 运行态管理 | 任务队列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角色一致性方案验证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立绘预生成 | 参考图注入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🚀 未来规划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短期（当前）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继续完善剪辑 Agent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完善合成 Agent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漫画风格模型训练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增强分镜连续性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长期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模型扩展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视频生成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- 3D 内容创作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性能优化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模型量化、剪枝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云服务版本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行业应用拓展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广告、教育、游戏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开源社区建设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👥 纵贯线团队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539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团队成员：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张辉 (张小白) - 队长、项目策划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  场景策划 | 模型部署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寒晨 - 架构设计、代码负责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  系统架构 | Gateway 开发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覃飞雄 (飞哥) - 测试与文档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  前端开发 | 系统测试 | 文档编写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Codex - Gateway 开发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Trae - 前端开发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协作亮点：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✓ 跨越北京、南京、广州三地协作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✓ OpenClaw 多 Agent 环境辅助开发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✓ 远程共享 DGX Spark 设备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🌟 星火绘卷的意义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不仅是一次算力破局</a:t>
            </a:r>
            <a:br/>
            <a:r>
              <a:t>更是一次横跨时代的文化接力</a:t>
            </a:r>
            <a:br/>
            <a:br/>
            <a:r>
              <a:t>📚 古典文学遗产 → 数字画卷</a:t>
            </a:r>
            <a:br/>
            <a:r>
              <a:t>🎨 AI 技术 → 文化复兴</a:t>
            </a:r>
            <a:br/>
            <a:r>
              <a:t>🚀 工业级生产 → 零门槛创作</a:t>
            </a:r>
            <a:br/>
            <a:br/>
            <a:r>
              <a:t>中国连环画，正以数字化的崭新形态涅槃重生！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📮 联系我们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项目代码仓库：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https://gitee.com/zhanghui_china/SparkScroll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云端演示环境：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https://sparkscroll.opsx.info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团队：纵贯线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感谢：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NVIDIA DGX Spark 平台提供的强大算力支持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黑客松组委会提供的展示机会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团队成员的辛勤付出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2847</Words>
  <Application>WPS 演示</Application>
  <PresentationFormat>On-screen Show (4:3)</PresentationFormat>
  <Paragraphs>223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zhanghui</cp:lastModifiedBy>
  <cp:revision>7</cp:revision>
  <dcterms:created xsi:type="dcterms:W3CDTF">2013-01-27T09:14:00Z</dcterms:created>
  <dcterms:modified xsi:type="dcterms:W3CDTF">2026-04-07T15:57:59Z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E24C8609B568499CA5E94C643C5FA9B5_12</vt:lpwstr>
  </property>
</Properties>
</file>